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68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リノベる株式会社 鈴木様｜次回お打ち合わせに向けて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リノベると学生の、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新しい接点を一緒につくる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施策のご提案の前に、「ご一緒することでどんな価値をつくれるか」を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お話しするためのたたき台です。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Social Act Career／株式会社The Peace Front</a:t>
            </a:r>
            <a:endParaRPr lang="en-US" sz="8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 新谷いづみ｜2026年9月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01｜はじめに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この資料の位置づけ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前回のお打ち合わせで率直にお伝えいただいたことを受けて、次回お話ししたいことを整理しました。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4480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448056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前回のお打ち合わせでは、リノベるの事業や大切にされている考え方への理解と共感を、私たちの言葉で十分にお伝えできていませんでした。率直にお伝えいただいたこと、ありがとうございます。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060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私たちがご一緒したいのは、採用施策のコンサルティングではなく、リノベると学生との新しい接点を一緒につくることです。この資料は、そのために次回お話ししたい3つのことをまとめたものです。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57800" y="1417320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664208"/>
            <a:ext cx="292608" cy="292608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1545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私たちがリノベるのどこに共感しているか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「一人ひとりに伴走する」という同じ根っこ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257800" y="2286000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40680" y="2532888"/>
            <a:ext cx="292608" cy="292608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4068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Peace Front が持っている、学生との接点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これまでのイベント・コミュニティ・学生の特徴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257800" y="3154680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3401568"/>
            <a:ext cx="292608" cy="292608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406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3282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28卒の学生に、いま一緒につくれそうな機会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3つの案と、お互いの期待値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84300F"/>
          </a:solidFill>
          <a:ln w="12700">
            <a:solidFill>
              <a:srgbClr val="84300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決めにいく資料ではなく、お互いの期待値をすり合わせるための資料です。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02｜共感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「一人ひとりに伴走する」という、同じ根っこ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昨年新谷がお話を伺って以来、変わらずに共感している部分です。私たちの受け止めが違っていれば、ぜひ正してください。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39319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リノベるが大切にされていること（私たちの受け止め）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一人ひとりのお客様の暮らしを紐解き、価値観が変わるところまで寄り添う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暮らしは人生の基盤。住まいが変わると、考え方や家族のあり方が変わる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既にある建物・まちを活かして、次の価値に変える。新築の大きさや「地図に残る仕事」ではなく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選考でも「人でしかできないこと」に時間をかける。二次面接後は人事が伴走し、役員面接はカウンセリングに近い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417320"/>
            <a:ext cx="3931920" cy="41148"/>
          </a:xfrm>
          <a:prstGeom prst="rect">
            <a:avLst/>
          </a:prstGeom>
          <a:solidFill>
            <a:srgbClr val="DDDCD4"/>
          </a:solidFill>
          <a:ln w="12700">
            <a:solidFill>
              <a:srgbClr val="DDDCD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Peace Front が大切にしていること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学生一人ひとりの「軸づくり」から伴走する。集客ではなく、学生が自分の言葉で選べるようになるまで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優秀な学生を「採る」より「増やす」。企業との接点を、学生の成長機会として設計する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社会課題への関心を、目の前の誰かへの価値に変える経験を学生に届けたい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数百人の母集団は約束しない。根っこが同じ学生に、少人数で出会う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0050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「実際に会って話せた学生は、選考への移行率がすごく高い。そこまでがすごく課題。」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この「会うまで」を、リノベるの価値観を分かち合える学生と一緒につくることが、私たちのご一緒したいことです。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03｜届け方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リノベるを、どのような会社として学生に届けるか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ここは私たちが決めることではなく、鈴木様と一緒に言葉にしたい部分です。たたき台としてお持ちします。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「不動産の会社」でも「リノベーションの会社」でもなく、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一人ひとりの暮らしを紐解き、人生の基盤を一緒につくる会社。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51460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学生に最初に届ける言葉（案）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「暮らし」「人生に伴走する」「まち・建物のストックを活かす」。不動産・リノベーションという言葉は、会ってから。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91840" y="2514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251460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届けたい相手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地方創生、まちづくり、日常の豊かさ、サステナブルな暮らしに関心があり、まだ「暮らし」に辿り着いていない学生。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35040" y="2514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251460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気をつけたいこと（前回の学び）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「業界を変える」を強く出すと構造志向の学生が、「寄り添う」だけを出すと結果へのこだわりが薄い学生が集まる。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次回お聞きしたいこと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237744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リノベるの中で「これだけは学生に伝えたい」と思っていることは何か。社員の方が自分の言葉で語るとしたら、どんな話になるか。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04｜私たちの接点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Peace Front が持っている、学生との接点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採用のための集客ではなく、学生の「学びの場」として設計してきた接点です。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192024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30万人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大学連合の事務局として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公式な学生接点をつくる基盤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587752" y="14173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87752" y="1417320"/>
            <a:ext cx="192024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2491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14団体・約1,500人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724912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学生団体への継続支援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724912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資金・機会の面から支えている関係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626864" y="14173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1417320"/>
            <a:ext cx="192024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64024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2,000人以上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64024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社会課題×キャリア 1on1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関心を起点に、自分の言葉で語れる学生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665976" y="14173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65976" y="1417320"/>
            <a:ext cx="192024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03136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1・2年生から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03136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中長期の接点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803136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「面接前」に相互理解を進める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48640" y="2834640"/>
            <a:ext cx="4754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29718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これまでの取り組み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32461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ソーシャルビジネス座談会・学生団体合同説明会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企業理解イベント（工場見学、海外スタディツアー、共創プロジェクト）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Social Business Camp：カンボジア・ルワンダ・デンマークでのセクター訪問と自己分析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企業との共創の例：総合水処理メーカー様では1ヶ月・3回のアクションで40名と出会い、2名が内定承諾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486400" y="2834640"/>
            <a:ext cx="3108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2834640"/>
            <a:ext cx="3108960" cy="41148"/>
          </a:xfrm>
          <a:prstGeom prst="rect">
            <a:avLst/>
          </a:prstGeom>
          <a:solidFill>
            <a:srgbClr val="DDDCD4"/>
          </a:solidFill>
          <a:ln w="12700">
            <a:solidFill>
              <a:srgbClr val="DDDCD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一緒に活動している学生の特徴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669280" y="3246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関東圏の大学の学生団体が中心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素直で成長意欲が高く、利他性がある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9割以上が企業就職志向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企画・実行・組織運営の実践経験があり、自分の関心事を言語化してきた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05｜つくれそうな機会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28卒の学生に、いま一緒につくれそうな機会（3つの案）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リノベるの既存プログラムを活かしながら、The Peace Front の接点で「暮らし」と「リノベる」がつながる場をつくります。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572768"/>
            <a:ext cx="310896" cy="31089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572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「暮らしを紐解く」少人数座談会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1993392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リノベるの社員（暮らしのコンサル・都市創造から各1名）と、Social Act Careerの学生8〜10名。テーマは就活ではなく「自分の暮らしはどこから来たか」。学生が原体験を話し、リノベるの方も自分の話をする。ここで初めて「暮らし」と「リノベる」がつながる。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希望者は10/1の都市創造ワークや選考へ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91840" y="14173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41732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1572768"/>
            <a:ext cx="310896" cy="31089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858768" y="1572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既存プログラムへの学生のご紹介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1993392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10/1 都市創造ワーク（半日）と秋以降の再演に、価値観の合いそうな学生を各回10名程度ご紹介。新しいコンテンツの制作はお願いしません。声かけと、参加前に「暮らし」の言葉でリノベるを伝えることは私たちが行います。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9/17の選抜1dayも、枠があれば数名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035040" y="1417320"/>
            <a:ext cx="2560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1417320"/>
            <a:ext cx="256032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1572768"/>
            <a:ext cx="310896" cy="31089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601968" y="1572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学生の声を一緒に振り返る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1993392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参加した学生に私たちが話を聞き、「リノベるがどう届いたか」「どの言葉で来たか」を鈴木様と一緒に振り返る。うまく届かなかった点も含めて共有し、29卒に向けた言葉づくりの材料にする。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2179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12月に一度、振り返りの場を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来年度以降の案として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2377440" y="4114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1・2年生向けに、空き家・遊休ストックや「暮らし」をテーマにしたフィールドワーク企画（Social Business Campの型を活かして）も、一緒に設計できればと考えています。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06｜期待値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お互いの期待値として、すり合わせたいこと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私たちにできること・できないことを先にお伝えしたうえで、リノベるにお願いしたいことを整理しました。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2606040" cy="41148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私たちがお約束できること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82880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価値観の合う学生を少人数で選んで声をかける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参加前後の学生への伴走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学生の本音のフィードバック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リノベるの言葉を、学生の関心の言葉に翻訳して届ける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73552" y="1417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73552" y="1417320"/>
            <a:ext cx="2606040" cy="41148"/>
          </a:xfrm>
          <a:prstGeom prst="rect">
            <a:avLst/>
          </a:prstGeom>
          <a:solidFill>
            <a:srgbClr val="DDDCD4"/>
          </a:solidFill>
          <a:ln w="12700">
            <a:solidFill>
              <a:srgbClr val="DDDCD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私たちにできないこと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456432" y="182880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数百名の母集団づくり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条件だけで動く学生のご紹介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リノベるの代わりに、リノベるを語ること（社員の方の言葉が必要です）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989320" y="1417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1417320"/>
            <a:ext cx="2606040" cy="41148"/>
          </a:xfrm>
          <a:prstGeom prst="rect">
            <a:avLst/>
          </a:prstGeom>
          <a:solidFill>
            <a:srgbClr val="DDDCD4"/>
          </a:solidFill>
          <a:ln w="12700">
            <a:solidFill>
              <a:srgbClr val="DDDC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リノベるにお願いしたいこと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82880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社員の方の時間（座談会 各回2名・2時間程度）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「これだけは伝えたい」言葉の共有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参加学生への率直なフィードバック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既存プログラムへの枠のご提供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次回お聞きしたいこと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3730752"/>
            <a:ext cx="219456" cy="21945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730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37124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28卒で、どんな出会いが何人あれば「ご一緒してよかった」と言えるか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8640" y="4023360"/>
            <a:ext cx="219456" cy="21945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023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40050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学生に語ってくださる社員の方は、どなたにお願いできそうか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8640" y="4315968"/>
            <a:ext cx="219456" cy="219456"/>
          </a:xfrm>
          <a:prstGeom prst="ellipse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4297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費用の考え方。私たちは成果報酬型を想定しており、機会の中身が決まってからご相談したいと考えています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07｜進め方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合意できたら、こんな進め方を考えています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開始や頻度は、リノベるの選考日程に合わせます。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84300F"/>
          </a:solidFill>
          <a:ln w="12700">
            <a:solidFill>
              <a:srgbClr val="8430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言葉合わせ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08483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届け方の言葉を一緒に決める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座談会の設計（テーマ・社員の方）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学生への声かけ開始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2450592" y="25603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87752" y="14173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84300F"/>
          </a:solidFill>
          <a:ln w="12700">
            <a:solidFill>
              <a:srgbClr val="84300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87752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出会い①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87752" y="19202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52344" y="208483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座談会 第1回（8〜10名）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10/1 都市創造ワークに学生をご紹介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希望者を選考へ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4489704" y="25603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26864" y="14173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84300F"/>
          </a:solidFill>
          <a:ln w="12700">
            <a:solidFill>
              <a:srgbClr val="843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26864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出会い②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26864" y="19202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91456" y="208483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座談会 第2回、または再演への学生ご紹介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参加学生への聞き取り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528816" y="25603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65976" y="14173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84300F"/>
          </a:solidFill>
          <a:ln w="12700">
            <a:solidFill>
              <a:srgbClr val="84300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65976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振り返り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65976" y="19202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30568" y="208483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学生の声を一緒に振り返る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28卒の状況共有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■"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1・2年生向け企画を一緒に考える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76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進捗は月1回・30分の共有で。うまくいっていないことも、そのままお伝えします。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9/17の選抜1dayは現在フィックス済みと伺っています。枠を増やせる場合のみ、数名のご紹介を検討します。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08｜次回のお打ち合わせ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次回、お話ししたいこと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60分いただける想定で、進行の案です。当日は新谷が中心にお話しします。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527048"/>
            <a:ext cx="329184" cy="329184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490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前回の受け止めと、この資料の位置づけ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7190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率直にお伝えいただいたことへの、私たちの受け止め。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14173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205740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167128"/>
            <a:ext cx="329184" cy="329184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130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リノベるをどう届けるか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3591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「これだけは伝えたい」ことを、鈴木様の言葉で伺う。3ページ目のたたき台をもとに。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2057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2807208"/>
            <a:ext cx="329184" cy="329184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7706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一緒につくれそうな機会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9992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3つの案への率直なご意見。やらない方がよいもの、足りないもの。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2697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3447288"/>
            <a:ext cx="329184" cy="329184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34107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期待値と進め方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363931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成功の定義、社員の方の関わり、費用の考え方。合意できれば9月中に動き始めます。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7589520" y="33375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651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この資料は事前にお送りします。「ここは違う」と感じられた点があれば、当日その場でお聞かせください。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611"/>
          </a:solidFill>
          <a:ln w="12700">
            <a:solidFill>
              <a:srgbClr val="FF76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19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76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参考｜前回お伺いした現状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766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前回のお打ち合わせで伺ったこと（私たちの整理）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69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数値は概算です。誤りがあればご指摘ください。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採用人数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毎年 10〜15名。建築学生が約半分、非建築（文系）が約半分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文系の配属先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入口は総合職。toC：一人ひとりの暮らしを紐解くコンサル職／toB：都市創造（企業の遊休不動産・社宅などの再生を企画し受注する企画営業）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採用体制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新卒採用担当 2名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選考の特徴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二次（グループ面接）通過後は人事がメンターとして伴走。ワークシートを一緒に作り込み、社員面談を組み、多い方で3回。役員面接はカウンセリングに近い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選考ファネル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二次通過 約60名 → 役員面接へ 約20名 → 内定承諾 約13名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困りごと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建築学生は認知があり困っていない。文系学生への認知が弱く、「会うまで」が課題。ナビ媒体にターゲットがいない感覚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430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既存の28卒プログラム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選抜型1day（9/17）、建築向け選抜型（実施済）、都市創造ワーク（10/1・半日・20名程度）、オープン型（実施済・12名程度）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2344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リノベると学生の新しい接点を、一緒につくらせてください。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Social Act Career／株式会社The Peace Front　代表 新谷いづみ｜2026年9月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2026-09-10T22:13:03Z</dcterms:created>
  <dcterms:modified xsi:type="dcterms:W3CDTF">2026-09-10T22:13:03Z</dcterms:modified>
</cp:coreProperties>
</file>